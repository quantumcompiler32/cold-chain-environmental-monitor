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6d83b90834840" /><Relationship Type="http://schemas.openxmlformats.org/officeDocument/2006/relationships/extended-properties" Target="/docProps/app.xml" Id="R9eec69e92486473f" /><Relationship Type="http://schemas.openxmlformats.org/officeDocument/2006/relationships/officeDocument" Target="/ppt/presentation.xml" Id="R9f3968f9a17847b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049a1c9152b4bf6"/>
  </p:sldMasterIdLst>
  <p:notesMasterIdLst>
    <p:notesMasterId xmlns:r="http://schemas.openxmlformats.org/officeDocument/2006/relationships" r:id="R3c6d04ed16f549b0"/>
  </p:notesMasterIdLst>
  <p:sldIdLst>
    <p:sldId xmlns:r="http://schemas.openxmlformats.org/officeDocument/2006/relationships" id="256" r:id="R72d0f33b47224422"/>
    <p:sldId xmlns:r="http://schemas.openxmlformats.org/officeDocument/2006/relationships" id="257" r:id="R88c4042fc5af4670"/>
    <p:sldId xmlns:r="http://schemas.openxmlformats.org/officeDocument/2006/relationships" id="258" r:id="R26d1237946c54c9d"/>
    <p:sldId xmlns:r="http://schemas.openxmlformats.org/officeDocument/2006/relationships" id="259" r:id="Rf913605323834e22"/>
    <p:sldId xmlns:r="http://schemas.openxmlformats.org/officeDocument/2006/relationships" id="260" r:id="R9a9d404b1ecd4d6e"/>
    <p:sldId xmlns:r="http://schemas.openxmlformats.org/officeDocument/2006/relationships" id="261" r:id="Rc7d2a835fb1c4091"/>
    <p:sldId xmlns:r="http://schemas.openxmlformats.org/officeDocument/2006/relationships" id="262" r:id="Rae0ea09fc2b74e0d"/>
    <p:sldId xmlns:r="http://schemas.openxmlformats.org/officeDocument/2006/relationships" id="263" r:id="Rf46978ab04ef4e71"/>
    <p:sldId xmlns:r="http://schemas.openxmlformats.org/officeDocument/2006/relationships" id="264" r:id="R3898f4b96e4841d5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26ea29990dbe491f"/>
      <p:bold xmlns:r="http://schemas.openxmlformats.org/officeDocument/2006/relationships" r:id="Rb423c9970979485c"/>
      <p:italic xmlns:r="http://schemas.openxmlformats.org/officeDocument/2006/relationships" r:id="R36e8d4f801584965"/>
      <p:boldItalic xmlns:r="http://schemas.openxmlformats.org/officeDocument/2006/relationships" r:id="R440e0743bb7a46e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ab65bec6049cf" /><Relationship Type="http://schemas.openxmlformats.org/officeDocument/2006/relationships/slideMaster" Target="/ppt/slideMasters/slideMaster1.xml" Id="R9049a1c9152b4bf6" /><Relationship Type="http://schemas.openxmlformats.org/officeDocument/2006/relationships/notesMaster" Target="/ppt/notesMasters/notesMaster1.xml" Id="R3c6d04ed16f549b0" /><Relationship Type="http://schemas.openxmlformats.org/officeDocument/2006/relationships/presProps" Target="/ppt/presProps.xml" Id="R2ef0b13f72f3428b" /><Relationship Type="http://schemas.openxmlformats.org/officeDocument/2006/relationships/viewProps" Target="/ppt/viewProps.xml" Id="R9e4b1de6f0804181" /><Relationship Type="http://schemas.openxmlformats.org/officeDocument/2006/relationships/tableStyles" Target="/ppt/tableStyles.xml" Id="Rbc85ce3401454201" /><Relationship Type="http://schemas.openxmlformats.org/officeDocument/2006/relationships/font" Target="/ppt/fonts/font.dat" Id="R26ea29990dbe491f" /><Relationship Type="http://schemas.openxmlformats.org/officeDocument/2006/relationships/font" Target="/ppt/fonts/font2.dat" Id="Rb423c9970979485c" /><Relationship Type="http://schemas.openxmlformats.org/officeDocument/2006/relationships/font" Target="/ppt/fonts/font3.dat" Id="R36e8d4f801584965" /><Relationship Type="http://schemas.openxmlformats.org/officeDocument/2006/relationships/font" Target="/ppt/fonts/font4.dat" Id="R440e0743bb7a46e9" /><Relationship Type="http://schemas.openxmlformats.org/officeDocument/2006/relationships/slide" Target="/ppt/slides/slide1.xml" Id="R72d0f33b47224422" /><Relationship Type="http://schemas.openxmlformats.org/officeDocument/2006/relationships/slide" Target="/ppt/slides/slide2.xml" Id="R88c4042fc5af4670" /><Relationship Type="http://schemas.openxmlformats.org/officeDocument/2006/relationships/slide" Target="/ppt/slides/slide3.xml" Id="R26d1237946c54c9d" /><Relationship Type="http://schemas.openxmlformats.org/officeDocument/2006/relationships/slide" Target="/ppt/slides/slide4.xml" Id="Rf913605323834e22" /><Relationship Type="http://schemas.openxmlformats.org/officeDocument/2006/relationships/slide" Target="/ppt/slides/slide5.xml" Id="R9a9d404b1ecd4d6e" /><Relationship Type="http://schemas.openxmlformats.org/officeDocument/2006/relationships/slide" Target="/ppt/slides/slide6.xml" Id="Rc7d2a835fb1c4091" /><Relationship Type="http://schemas.openxmlformats.org/officeDocument/2006/relationships/slide" Target="/ppt/slides/slide7.xml" Id="Rae0ea09fc2b74e0d" /><Relationship Type="http://schemas.openxmlformats.org/officeDocument/2006/relationships/slide" Target="/ppt/slides/slide8.xml" Id="Rf46978ab04ef4e71" /><Relationship Type="http://schemas.openxmlformats.org/officeDocument/2006/relationships/slide" Target="/ppt/slides/slide9.xml" Id="R3898f4b96e48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e7a28753344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0d09771eab475b" /><Relationship Type="http://schemas.openxmlformats.org/officeDocument/2006/relationships/notesMaster" Target="/ppt/notesMasters/notesMaster1.xml" Id="R7be0994b0eeb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310fe268f48cf" /><Relationship Type="http://schemas.openxmlformats.org/officeDocument/2006/relationships/notesMaster" Target="/ppt/notesMasters/notesMaster1.xml" Id="Rb032f86c30a742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ffe4397f114c00" /><Relationship Type="http://schemas.openxmlformats.org/officeDocument/2006/relationships/notesMaster" Target="/ppt/notesMasters/notesMaster1.xml" Id="Re6c3b9f60ad0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1d43e7f7514936" /><Relationship Type="http://schemas.openxmlformats.org/officeDocument/2006/relationships/notesMaster" Target="/ppt/notesMasters/notesMaster1.xml" Id="R7c4215ed4507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6b6f6aa9c64002" /><Relationship Type="http://schemas.openxmlformats.org/officeDocument/2006/relationships/notesMaster" Target="/ppt/notesMasters/notesMaster1.xml" Id="Rcd2071b9b50c4a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7af82b78204f64" /><Relationship Type="http://schemas.openxmlformats.org/officeDocument/2006/relationships/notesMaster" Target="/ppt/notesMasters/notesMaster1.xml" Id="R7f5c3bb839824f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a77c12f17f4e88" /><Relationship Type="http://schemas.openxmlformats.org/officeDocument/2006/relationships/notesMaster" Target="/ppt/notesMasters/notesMaster1.xml" Id="R868b6a82b0dd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cce2a8036240cb" /><Relationship Type="http://schemas.openxmlformats.org/officeDocument/2006/relationships/notesMaster" Target="/ppt/notesMasters/notesMaster1.xml" Id="R66499a3c90c648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211d88b550470b" /><Relationship Type="http://schemas.openxmlformats.org/officeDocument/2006/relationships/notesMaster" Target="/ppt/notesMasters/notesMaster1.xml" Id="R24d2dedd107c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2295ded2446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5064e71cf4e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7dc48ab9347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1e4252a4b41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21b10ee0547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5e7c6342f4e3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ec6aba5c446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c6acc59a4420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bc5774c204e04" /><Relationship Type="http://schemas.openxmlformats.org/officeDocument/2006/relationships/slideLayout" Target="/ppt/slideLayouts/slideLayout1.xml" Id="R7efae8d6ce0547d8" /><Relationship Type="http://schemas.openxmlformats.org/officeDocument/2006/relationships/slideLayout" Target="/ppt/slideLayouts/slideLayout2.xml" Id="R529632b81927449d" /><Relationship Type="http://schemas.openxmlformats.org/officeDocument/2006/relationships/slideLayout" Target="/ppt/slideLayouts/slideLayout3.xml" Id="R11da1fdca70d4a67" /><Relationship Type="http://schemas.openxmlformats.org/officeDocument/2006/relationships/slideLayout" Target="/ppt/slideLayouts/slideLayout4.xml" Id="R3a36010784624271" /><Relationship Type="http://schemas.openxmlformats.org/officeDocument/2006/relationships/slideLayout" Target="/ppt/slideLayouts/slideLayout5.xml" Id="R19e4674aba9d45a1" /><Relationship Type="http://schemas.openxmlformats.org/officeDocument/2006/relationships/slideLayout" Target="/ppt/slideLayouts/slideLayout6.xml" Id="Rf0116a38d11349b0" /><Relationship Type="http://schemas.openxmlformats.org/officeDocument/2006/relationships/slideLayout" Target="/ppt/slideLayouts/slideLayout7.xml" Id="R3b59f5a620a4429f" /><Relationship Type="http://schemas.openxmlformats.org/officeDocument/2006/relationships/slideLayout" Target="/ppt/slideLayouts/slideLayout8.xml" Id="R1566da0f762b471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fae8d6ce0547d8"/>
    <p:sldLayoutId xmlns:r="http://schemas.openxmlformats.org/officeDocument/2006/relationships" id="2147483650" r:id="R529632b81927449d"/>
    <p:sldLayoutId xmlns:r="http://schemas.openxmlformats.org/officeDocument/2006/relationships" id="2147483651" r:id="R11da1fdca70d4a67"/>
    <p:sldLayoutId xmlns:r="http://schemas.openxmlformats.org/officeDocument/2006/relationships" id="2147483652" r:id="R3a36010784624271"/>
    <p:sldLayoutId xmlns:r="http://schemas.openxmlformats.org/officeDocument/2006/relationships" id="2147483653" r:id="R19e4674aba9d45a1"/>
    <p:sldLayoutId xmlns:r="http://schemas.openxmlformats.org/officeDocument/2006/relationships" id="2147483654" r:id="Rf0116a38d11349b0"/>
    <p:sldLayoutId xmlns:r="http://schemas.openxmlformats.org/officeDocument/2006/relationships" id="2147483655" r:id="R3b59f5a620a4429f"/>
    <p:sldLayoutId xmlns:r="http://schemas.openxmlformats.org/officeDocument/2006/relationships" id="2147483656" r:id="R1566da0f762b471d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a5944c9294adc" /><Relationship Type="http://schemas.openxmlformats.org/officeDocument/2006/relationships/image" Target="/ppt/media/image.png" Id="R50f5d11be02d4d3c" /><Relationship Type="http://schemas.openxmlformats.org/officeDocument/2006/relationships/notesSlide" Target="/ppt/notesSlides/notesSlide1.xml" Id="Re5524d6847dc47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68502344649d7" /><Relationship Type="http://schemas.openxmlformats.org/officeDocument/2006/relationships/notesSlide" Target="/ppt/notesSlides/notesSlide2.xml" Id="R58ebd4216aa3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775ad9fb54e77" /><Relationship Type="http://schemas.openxmlformats.org/officeDocument/2006/relationships/image" Target="/ppt/media/image2.png" Id="R7559f8cf171d49bf" /><Relationship Type="http://schemas.openxmlformats.org/officeDocument/2006/relationships/notesSlide" Target="/ppt/notesSlides/notesSlide3.xml" Id="R208c96f13dcf40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552ee61c84bdd" /><Relationship Type="http://schemas.openxmlformats.org/officeDocument/2006/relationships/notesSlide" Target="/ppt/notesSlides/notesSlide4.xml" Id="R7147a10b68ac44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c5dbdb1da4c0a" /><Relationship Type="http://schemas.openxmlformats.org/officeDocument/2006/relationships/notesSlide" Target="/ppt/notesSlides/notesSlide5.xml" Id="Rf23ff61fc76949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5d8bd7c044849" /><Relationship Type="http://schemas.openxmlformats.org/officeDocument/2006/relationships/notesSlide" Target="/ppt/notesSlides/notesSlide6.xml" Id="R72d47f12cf1149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6b8173a834963" /><Relationship Type="http://schemas.openxmlformats.org/officeDocument/2006/relationships/notesSlide" Target="/ppt/notesSlides/notesSlide7.xml" Id="R75425c28816143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5bb0e10e64ee5" /><Relationship Type="http://schemas.openxmlformats.org/officeDocument/2006/relationships/notesSlide" Target="/ppt/notesSlides/notesSlide8.xml" Id="Rd37ebcb678df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d725b682945ce" /><Relationship Type="http://schemas.openxmlformats.org/officeDocument/2006/relationships/notesSlide" Target="/ppt/notesSlides/notesSlide9.xml" Id="R22da9dd2387343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Ultralow Vaccine</a:t>
            </a:r>
          </a:p>
          <a:p xmlns:a="http://schemas.openxmlformats.org/drawingml/2006/main">
            <a:r>
              <a:rPr sz="6200"/>
              <a:t>Distribution Data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Machine-learning questions, evidence,</a:t>
            </a:r>
          </a:p>
          <a:p xmlns:a="http://schemas.openxmlformats.org/drawingml/2006/main">
            <a:r>
              <a:rPr sz="1800"/>
              <a:t>and what the current data can support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EXPLORATORY DATA ANALYSIS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5d11be02d4d3c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Which ML questions can this dataset answer?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sensors validate one another?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relates to next temperature change?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windows need investigation?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readings are relatively warm?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temperature patterns look similar?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cannot be concluded without labels?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Can one temperature sensor help validate another?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9f8cf171d49bf"/>
          <a:stretch xmlns:a="http://schemas.openxmlformats.org/drawingml/2006/main"/>
        </p:blipFill>
        <p:spPr>
          <a:xfrm xmlns:a="http://schemas.openxmlformats.org/drawingml/2006/main">
            <a:off x="6269040" y="777169"/>
            <a:ext cx="5539740" cy="484055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Answer: yes, as a consistency check.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first two temperature channels have a linear relationship of R² = 0.775. Most points sit near the fitted line, so a large departure can flag sensor disagreement or placement issues.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Interpretation: this validates consistency—not absolute accuracy.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Which available factors are associated with temperature rise?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Coefficient 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Direction only; the feature units differ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Interpretation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operational context before decisions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Model inputs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Time, mean temperature, sensor spread, O₂, and CO₂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Answer: the tested features explain very little of the next reading’s change. R² = 0.003, so this is not a usable next-reading predictor.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Can the system classify normal vs. investigation-needed windows?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Scale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11,228 of 112,266 model windows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Interpretation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Review queue, not a verified incident alarm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Learning label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Largest 10% of absolute next-reading changes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Answer: it can rank a proxy for unusual short-term change—not confirm a failure.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learning label marks the 10% largest absolute next-temperature changes. The visualization shows model probability across time, colored by this relative label.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Can the system predict the probability of a warm excursion?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Probability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relative model score over time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Interpretation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0.5 reference is not a temperature limit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Learning label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Warmest 10% of next readings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Answer: it estimates relative warmth within this dataset—not a product-limit excursion.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Can K-means reveal recurring temperature behavior?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Features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Mean temperature + sensor spread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Interpretation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Clusters reveal recurring patterns, not quality grades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Method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K-means with three clusters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Answer: yes. K-means groups observed readings by mean temperature and sensor spread; the groups are descriptive, not incident types.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What the current dataset supports—and what it does not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Proxy-only labels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“Investigation-needed” and “warm” are relative 10% cutoffs.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Supported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Sensor consistency checks and grouping of observed temperature behavior.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Next step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product limits, confirmed excursions, and event logs before operational deployment.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Not supported yet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Recovery time, freezing exposure, and door events lack verified labels or thresholds.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analysis is useful for exploratory monitoring. Its limits are as important as its model outputs.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19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clearest takeaway: use these models to prioritize review, not automate decisions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readings analyzed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sensor-validation R²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temperature channels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5336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112,267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0.775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data supports sensor cross-checking and pattern discovery today. Reliable operational alerts require domain thresholds and verified outcomes.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analysis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2026-07-14T19:00:32.8920000Z</dcterms:created>
  <dcterms:modified xsi:type="dcterms:W3CDTF">2026-07-14T19:00:32.8920000Z</dcterms:modified>
</coreProperties>
</file>
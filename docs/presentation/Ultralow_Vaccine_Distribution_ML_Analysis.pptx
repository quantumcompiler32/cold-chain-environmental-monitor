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c62ab99fbf4763" /><Relationship Type="http://schemas.openxmlformats.org/officeDocument/2006/relationships/extended-properties" Target="/docProps/app.xml" Id="R5e818b1c88fa4463" /><Relationship Type="http://schemas.openxmlformats.org/officeDocument/2006/relationships/officeDocument" Target="/ppt/presentation.xml" Id="Ref5bb3c10915417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68b5851b5da4f39"/>
  </p:sldMasterIdLst>
  <p:notesMasterIdLst>
    <p:notesMasterId xmlns:r="http://schemas.openxmlformats.org/officeDocument/2006/relationships" r:id="R56b74f8c678a4b30"/>
  </p:notesMasterIdLst>
  <p:sldIdLst>
    <p:sldId xmlns:r="http://schemas.openxmlformats.org/officeDocument/2006/relationships" id="256" r:id="R1c4997514d3c466a"/>
    <p:sldId xmlns:r="http://schemas.openxmlformats.org/officeDocument/2006/relationships" id="257" r:id="Ra454d598d5c848dc"/>
    <p:sldId xmlns:r="http://schemas.openxmlformats.org/officeDocument/2006/relationships" id="258" r:id="R571e9d798173403a"/>
    <p:sldId xmlns:r="http://schemas.openxmlformats.org/officeDocument/2006/relationships" id="259" r:id="R13f6f1e3bef14997"/>
    <p:sldId xmlns:r="http://schemas.openxmlformats.org/officeDocument/2006/relationships" id="260" r:id="R7ce9fb86a28349f8"/>
    <p:sldId xmlns:r="http://schemas.openxmlformats.org/officeDocument/2006/relationships" id="261" r:id="Rc3d6962a2cd040a6"/>
    <p:sldId xmlns:r="http://schemas.openxmlformats.org/officeDocument/2006/relationships" id="262" r:id="R7af2abc7f42e40bd"/>
    <p:sldId xmlns:r="http://schemas.openxmlformats.org/officeDocument/2006/relationships" id="263" r:id="R29498f7ea4a54b16"/>
    <p:sldId xmlns:r="http://schemas.openxmlformats.org/officeDocument/2006/relationships" id="264" r:id="R9240087228934324"/>
    <p:sldId xmlns:r="http://schemas.openxmlformats.org/officeDocument/2006/relationships" id="265" r:id="R7f2e9be5dd5b4b33"/>
    <p:sldId xmlns:r="http://schemas.openxmlformats.org/officeDocument/2006/relationships" id="266" r:id="R5852476728254bef"/>
    <p:sldId xmlns:r="http://schemas.openxmlformats.org/officeDocument/2006/relationships" id="267" r:id="R16ea32ff9ca44ea9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7cf673b76f9f4a65"/>
      <p:bold xmlns:r="http://schemas.openxmlformats.org/officeDocument/2006/relationships" r:id="Rc387760e151447f7"/>
      <p:italic xmlns:r="http://schemas.openxmlformats.org/officeDocument/2006/relationships" r:id="R1f419c4414144754"/>
      <p:boldItalic xmlns:r="http://schemas.openxmlformats.org/officeDocument/2006/relationships" r:id="R041714122b264dad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1f380475814c43" /><Relationship Type="http://schemas.openxmlformats.org/officeDocument/2006/relationships/slideMaster" Target="/ppt/slideMasters/slideMaster1.xml" Id="R668b5851b5da4f39" /><Relationship Type="http://schemas.openxmlformats.org/officeDocument/2006/relationships/notesMaster" Target="/ppt/notesMasters/notesMaster1.xml" Id="R56b74f8c678a4b30" /><Relationship Type="http://schemas.openxmlformats.org/officeDocument/2006/relationships/presProps" Target="/ppt/presProps.xml" Id="Rdbca5d3e4e21478b" /><Relationship Type="http://schemas.openxmlformats.org/officeDocument/2006/relationships/viewProps" Target="/ppt/viewProps.xml" Id="Rc90be6e6a51b4513" /><Relationship Type="http://schemas.openxmlformats.org/officeDocument/2006/relationships/tableStyles" Target="/ppt/tableStyles.xml" Id="R72971ba7b22a4841" /><Relationship Type="http://schemas.openxmlformats.org/officeDocument/2006/relationships/font" Target="/ppt/fonts/font.dat" Id="R7cf673b76f9f4a65" /><Relationship Type="http://schemas.openxmlformats.org/officeDocument/2006/relationships/font" Target="/ppt/fonts/font2.dat" Id="Rc387760e151447f7" /><Relationship Type="http://schemas.openxmlformats.org/officeDocument/2006/relationships/font" Target="/ppt/fonts/font3.dat" Id="R1f419c4414144754" /><Relationship Type="http://schemas.openxmlformats.org/officeDocument/2006/relationships/font" Target="/ppt/fonts/font4.dat" Id="R041714122b264dad" /><Relationship Type="http://schemas.openxmlformats.org/officeDocument/2006/relationships/slide" Target="/ppt/slides/slide1.xml" Id="R1c4997514d3c466a" /><Relationship Type="http://schemas.openxmlformats.org/officeDocument/2006/relationships/slide" Target="/ppt/slides/slide2.xml" Id="Ra454d598d5c848dc" /><Relationship Type="http://schemas.openxmlformats.org/officeDocument/2006/relationships/slide" Target="/ppt/slides/slide3.xml" Id="R571e9d798173403a" /><Relationship Type="http://schemas.openxmlformats.org/officeDocument/2006/relationships/slide" Target="/ppt/slides/slide4.xml" Id="R13f6f1e3bef14997" /><Relationship Type="http://schemas.openxmlformats.org/officeDocument/2006/relationships/slide" Target="/ppt/slides/slide5.xml" Id="R7ce9fb86a28349f8" /><Relationship Type="http://schemas.openxmlformats.org/officeDocument/2006/relationships/slide" Target="/ppt/slides/slide6.xml" Id="Rc3d6962a2cd040a6" /><Relationship Type="http://schemas.openxmlformats.org/officeDocument/2006/relationships/slide" Target="/ppt/slides/slide7.xml" Id="R7af2abc7f42e40bd" /><Relationship Type="http://schemas.openxmlformats.org/officeDocument/2006/relationships/slide" Target="/ppt/slides/slide8.xml" Id="R29498f7ea4a54b16" /><Relationship Type="http://schemas.openxmlformats.org/officeDocument/2006/relationships/slide" Target="/ppt/slides/slide9.xml" Id="R9240087228934324" /><Relationship Type="http://schemas.openxmlformats.org/officeDocument/2006/relationships/slide" Target="/ppt/slides/slide10.xml" Id="R7f2e9be5dd5b4b33" /><Relationship Type="http://schemas.openxmlformats.org/officeDocument/2006/relationships/slide" Target="/ppt/slides/slide11.xml" Id="R5852476728254bef" /><Relationship Type="http://schemas.openxmlformats.org/officeDocument/2006/relationships/slide" Target="/ppt/slides/slide12.xml" Id="R16ea32ff9ca44e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a9636a000c40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4302d784ca4f90" /><Relationship Type="http://schemas.openxmlformats.org/officeDocument/2006/relationships/notesMaster" Target="/ppt/notesMasters/notesMaster1.xml" Id="R4f8a68a0614743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30014ba6a74786" /><Relationship Type="http://schemas.openxmlformats.org/officeDocument/2006/relationships/notesMaster" Target="/ppt/notesMasters/notesMaster1.xml" Id="R07f26eb72ee747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836f5e74df41b7" /><Relationship Type="http://schemas.openxmlformats.org/officeDocument/2006/relationships/notesMaster" Target="/ppt/notesMasters/notesMaster1.xml" Id="R499e6785c58940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04ccf9537a4495" /><Relationship Type="http://schemas.openxmlformats.org/officeDocument/2006/relationships/notesMaster" Target="/ppt/notesMasters/notesMaster1.xml" Id="Ra692eb6b85f747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8464d3c44c4006" /><Relationship Type="http://schemas.openxmlformats.org/officeDocument/2006/relationships/notesMaster" Target="/ppt/notesMasters/notesMaster1.xml" Id="Raf8e0a3126ce49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9fea58775b4f3f" /><Relationship Type="http://schemas.openxmlformats.org/officeDocument/2006/relationships/notesMaster" Target="/ppt/notesMasters/notesMaster1.xml" Id="R7f9dbc1e5c5b47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9bd019b2dd4ead" /><Relationship Type="http://schemas.openxmlformats.org/officeDocument/2006/relationships/notesMaster" Target="/ppt/notesMasters/notesMaster1.xml" Id="Rf09abd4def0544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b4a1d3de52449d" /><Relationship Type="http://schemas.openxmlformats.org/officeDocument/2006/relationships/notesMaster" Target="/ppt/notesMasters/notesMaster1.xml" Id="R885861b325584d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a463e0ff0d435d" /><Relationship Type="http://schemas.openxmlformats.org/officeDocument/2006/relationships/notesMaster" Target="/ppt/notesMasters/notesMaster1.xml" Id="R1078c973fe834a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1b32aaec314b4e" /><Relationship Type="http://schemas.openxmlformats.org/officeDocument/2006/relationships/notesMaster" Target="/ppt/notesMasters/notesMaster1.xml" Id="R9a093cb37fe842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74341a01be4626" /><Relationship Type="http://schemas.openxmlformats.org/officeDocument/2006/relationships/notesMaster" Target="/ppt/notesMasters/notesMaster1.xml" Id="Rae1a67f8bbb54e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79957ae6a44d34" /><Relationship Type="http://schemas.openxmlformats.org/officeDocument/2006/relationships/notesMaster" Target="/ppt/notesMasters/notesMaster1.xml" Id="R62ee45c7cafe48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d6178820794c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ee18eca8264b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d5c3ff91f543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30f7776c094a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0ec42e4b8e4de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6f4f5b8e9a465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338bd670654e1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6bde72cbe413e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3436a26d86492b" /><Relationship Type="http://schemas.openxmlformats.org/officeDocument/2006/relationships/slideLayout" Target="/ppt/slideLayouts/slideLayout1.xml" Id="Rc4ba207788074dac" /><Relationship Type="http://schemas.openxmlformats.org/officeDocument/2006/relationships/slideLayout" Target="/ppt/slideLayouts/slideLayout2.xml" Id="R272dd00f6fcd4362" /><Relationship Type="http://schemas.openxmlformats.org/officeDocument/2006/relationships/slideLayout" Target="/ppt/slideLayouts/slideLayout3.xml" Id="R9d15c5f35d644d69" /><Relationship Type="http://schemas.openxmlformats.org/officeDocument/2006/relationships/slideLayout" Target="/ppt/slideLayouts/slideLayout4.xml" Id="R43f9607c83cb40a0" /><Relationship Type="http://schemas.openxmlformats.org/officeDocument/2006/relationships/slideLayout" Target="/ppt/slideLayouts/slideLayout5.xml" Id="R9b60fdcf1d7a4838" /><Relationship Type="http://schemas.openxmlformats.org/officeDocument/2006/relationships/slideLayout" Target="/ppt/slideLayouts/slideLayout6.xml" Id="R9c077498847c4763" /><Relationship Type="http://schemas.openxmlformats.org/officeDocument/2006/relationships/slideLayout" Target="/ppt/slideLayouts/slideLayout7.xml" Id="R9eac6614c048452d" /><Relationship Type="http://schemas.openxmlformats.org/officeDocument/2006/relationships/slideLayout" Target="/ppt/slideLayouts/slideLayout8.xml" Id="R001e0c9cc6c1486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ba207788074dac"/>
    <p:sldLayoutId xmlns:r="http://schemas.openxmlformats.org/officeDocument/2006/relationships" id="2147483650" r:id="R272dd00f6fcd4362"/>
    <p:sldLayoutId xmlns:r="http://schemas.openxmlformats.org/officeDocument/2006/relationships" id="2147483651" r:id="R9d15c5f35d644d69"/>
    <p:sldLayoutId xmlns:r="http://schemas.openxmlformats.org/officeDocument/2006/relationships" id="2147483652" r:id="R43f9607c83cb40a0"/>
    <p:sldLayoutId xmlns:r="http://schemas.openxmlformats.org/officeDocument/2006/relationships" id="2147483653" r:id="R9b60fdcf1d7a4838"/>
    <p:sldLayoutId xmlns:r="http://schemas.openxmlformats.org/officeDocument/2006/relationships" id="2147483654" r:id="R9c077498847c4763"/>
    <p:sldLayoutId xmlns:r="http://schemas.openxmlformats.org/officeDocument/2006/relationships" id="2147483655" r:id="R9eac6614c048452d"/>
    <p:sldLayoutId xmlns:r="http://schemas.openxmlformats.org/officeDocument/2006/relationships" id="2147483656" r:id="R001e0c9cc6c14861"/>
  </p:sldLayoutIdLst>
  <p:hf hdr="0" dt="0"/>
  <p:txStyles>
    <p:titleStyle>
      <a:lvl1pPr xmlns:a="http://schemas.openxmlformats.org/drawingml/2006/main" algn="l">
        <a:lnSpc>
          <a:spcPct val="90000"/>
        </a:lnSpc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99bf6cec445ed" /><Relationship Type="http://schemas.openxmlformats.org/officeDocument/2006/relationships/image" Target="/ppt/media/image.png" Id="R13a84c30df784b16" /><Relationship Type="http://schemas.openxmlformats.org/officeDocument/2006/relationships/notesSlide" Target="/ppt/notesSlides/notesSlide1.xml" Id="R7c6f7b02a8f24b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40e75174c04d7f" /><Relationship Type="http://schemas.openxmlformats.org/officeDocument/2006/relationships/notesSlide" Target="/ppt/notesSlides/notesSlide2.xml" Id="R5d6b659690864d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0ac678643d4d0f" /><Relationship Type="http://schemas.openxmlformats.org/officeDocument/2006/relationships/notesSlide" Target="/ppt/notesSlides/notesSlide3.xml" Id="R24c2a078fbf64d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77221ca9ee4b36" /><Relationship Type="http://schemas.openxmlformats.org/officeDocument/2006/relationships/notesSlide" Target="/ppt/notesSlides/notesSlide4.xml" Id="R3f25c760c9c54f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dc1c5840ee4f03" /><Relationship Type="http://schemas.openxmlformats.org/officeDocument/2006/relationships/image" Target="/ppt/media/image2.png" Id="Rb8157d451ba2468c" /><Relationship Type="http://schemas.openxmlformats.org/officeDocument/2006/relationships/notesSlide" Target="/ppt/notesSlides/notesSlide5.xml" Id="Rb68dcaee70e14c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ed196ce98d49a9" /><Relationship Type="http://schemas.openxmlformats.org/officeDocument/2006/relationships/image" Target="/ppt/media/image3.png" Id="R768e6d5405d24f8d" /><Relationship Type="http://schemas.openxmlformats.org/officeDocument/2006/relationships/notesSlide" Target="/ppt/notesSlides/notesSlide6.xml" Id="R4dc4484d09c649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4b69526d5d426d" /><Relationship Type="http://schemas.openxmlformats.org/officeDocument/2006/relationships/image" Target="/ppt/media/image4.png" Id="R4e4ddb565007423d" /><Relationship Type="http://schemas.openxmlformats.org/officeDocument/2006/relationships/notesSlide" Target="/ppt/notesSlides/notesSlide7.xml" Id="R09099ecdf1bb40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1eab1ba0864b71" /><Relationship Type="http://schemas.openxmlformats.org/officeDocument/2006/relationships/image" Target="/ppt/media/image5.png" Id="R35c542bec02043b7" /><Relationship Type="http://schemas.openxmlformats.org/officeDocument/2006/relationships/notesSlide" Target="/ppt/notesSlides/notesSlide8.xml" Id="R628a7336992d4b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87c219dd8543a5" /><Relationship Type="http://schemas.openxmlformats.org/officeDocument/2006/relationships/image" Target="/ppt/media/image6.png" Id="R591bf8a5b9eb4f72" /><Relationship Type="http://schemas.openxmlformats.org/officeDocument/2006/relationships/notesSlide" Target="/ppt/notesSlides/notesSlide9.xml" Id="Rd8760bad59404c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2a7105bc564c86" /><Relationship Type="http://schemas.openxmlformats.org/officeDocument/2006/relationships/image" Target="/ppt/media/image7.png" Id="R77aa1e3d136e4925" /><Relationship Type="http://schemas.openxmlformats.org/officeDocument/2006/relationships/notesSlide" Target="/ppt/notesSlides/notesSlide10.xml" Id="R1cab517214ed4e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6b423898cb40d5" /><Relationship Type="http://schemas.openxmlformats.org/officeDocument/2006/relationships/notesSlide" Target="/ppt/notesSlides/notesSlide11.xml" Id="Rcc316c7b00c044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86f66d5a3b4c7d" /><Relationship Type="http://schemas.openxmlformats.org/officeDocument/2006/relationships/notesSlide" Target="/ppt/notesSlides/notesSlide12.xml" Id="Rda848e077a72450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5733" y="1907316"/>
            <a:ext cx="7174888" cy="249149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rPr sz="6200"/>
              <a:t>Machine Learning for</a:t>
            </a:r>
          </a:p>
          <a:p xmlns:a="http://schemas.openxmlformats.org/drawingml/2006/main">
            <a:r>
              <a:rPr sz="6200"/>
              <a:t>Ultralow Vaccine Distribution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5733" y="5264722"/>
            <a:ext cx="6910483" cy="1080246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r>
              <a:rPr sz="1800"/>
              <a:t>An exploratory analysis of temperature behavior, sensor agreement, and alert proxies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34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COLD-CHAIN MONITORING</a:t>
            </a:r>
          </a:p>
        </p:txBody>
      </p:sp>
      <p:pic>
        <p:nvPicPr>
          <p:cNvPr id="1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84c30df784b16"/>
          <a:srcRect xmlns:a="http://schemas.openxmlformats.org/drawingml/2006/main" l="8269" t="0" r="8269" b="0"/>
          <a:stretch xmlns:a="http://schemas.openxmlformats.org/drawingml/2006/main"/>
        </p:blipFill>
        <p:spPr>
          <a:xfrm xmlns:a="http://schemas.openxmlformats.org/drawingml/2006/main">
            <a:off x="7899094" y="0"/>
            <a:ext cx="4292906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ML_questions_Ultralow_Vaccine_Distribution_Data notebook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3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 roadmap</a:t>
            </a:r>
          </a:p>
        </p:txBody>
      </p:sp>
      <p:graphicFrame>
        <p:nvGraphicFramePr>
          <p:cNvPr id="10" name="Table 3"/>
          <p:cNvGraphicFramePr/>
          <p:nvPr/>
        </p:nvGraphicFramePr>
        <p:xfrm>
          <a:off xmlns:a="http://schemas.openxmlformats.org/drawingml/2006/main" x="393700" y="2080009"/>
          <a:ext xmlns:a="http://schemas.openxmlformats.org/drawingml/2006/main" cx="11404600" cy="391438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/>
                <a:gridCol w="10526091"/>
              </a:tblGrid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 &amp; question scope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the data can support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Linear regression findings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 regression findings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K-means temperature patterns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Interpretation &amp; next steps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19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the notebook can test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raw readings loaded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rmAutofit fontScale="87621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rows used for next-change models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temperature channels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85336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112,267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57</a:t>
            </a:r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85336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112,266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One temperature test is modeled with time, mean temperature, sensor spread, O₂, and CO₂. The analysis is exploratory—not a validated cold-chain alarm.</a:t>
            </a:r>
          </a:p>
        </p:txBody>
      </p:sp>
      <p:sp>
        <p:nvSpPr>
          <p:cNvPr id="9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472BC53-6948-EE0F-E8E5-5488EF53DF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ML_questions_Ultralow_Vaccine_Distribution_Data notebook</a:t>
            </a:r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ML_questions_Ultralow_Vaccine_Distribution_Data notebook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What each ML question can answer today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The notebook answers some questions directly, others only through dataset-relative proxies, and several need additional labels or operational features.</a:t>
            </a:r>
          </a:p>
        </p:txBody>
      </p:sp>
      <p:graphicFrame>
        <p:nvGraphicFramePr>
          <p:cNvPr id="539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Question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Model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Current answer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Evidence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Interpretation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Recovery time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Linear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Not answered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No labels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Add recovery data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Temperature rise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Linear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Weak support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R² = 0.003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No reliable driver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Sensor validation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Linear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Yes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R² = 0.775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Consistency check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Investigation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Logistic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Proxy only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Top 10% change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Triage proxy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Warm excursion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Logistic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Relative proxy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Top 10% warm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Relative only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Freezing exposure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Logistic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Not meaningful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No threshold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Add cutoff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Door / handling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Logistic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Proxy only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No labels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Label events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Pattern groups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K-means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Yes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3 observed clusters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Descriptive, not causal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ML_questions_Ultralow_Vaccine_Distribution_Data notebook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Temperature pattern during the first 24 hours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Average temperature and sensor spread reveal where channels diverge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The line averages 57 temperature channels; the shaded band shows their spread. Wider bands indicate more sensor disagreement.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Question link: this baseline supports monitoring, but it does not measure recovery time because excursions and acceptable-range labels are absent.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57d451ba2468c"/>
          <a:stretch xmlns:a="http://schemas.openxmlformats.org/drawingml/2006/main"/>
        </p:blipFill>
        <p:spPr>
          <a:xfrm xmlns:a="http://schemas.openxmlformats.org/drawingml/2006/main">
            <a:off x="6269040" y="1922643"/>
            <a:ext cx="5539740" cy="2549602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ML_questions_Ultralow_Vaccine_Distribution_Data notebook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One sensor can help validate another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Sensor A predicts Sensor B with R² = 0.775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Readings follow a consistent linear relationship, so large deviations from the fitted line can flag disagreement or placement issues.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Question answered: yes—use sensor-to-sensor agreement as a validation screen, then investigate exceptions.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e6d5405d24f8d"/>
          <a:stretch xmlns:a="http://schemas.openxmlformats.org/drawingml/2006/main"/>
        </p:blipFill>
        <p:spPr>
          <a:xfrm xmlns:a="http://schemas.openxmlformats.org/drawingml/2006/main">
            <a:off x="6269040" y="777169"/>
            <a:ext cx="5539740" cy="48405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ML_questions_Ultralow_Vaccine_Distribution_Data notebook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Available inputs barely explain the next temperature change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Linear model R² = 0.003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Coefficient directions are not comparable because the features use different units.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Result: R² = 0.003—the available proxies do not reliably explain next-reading change.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4ddb565007423d"/>
          <a:stretch xmlns:a="http://schemas.openxmlformats.org/drawingml/2006/main"/>
        </p:blipFill>
        <p:spPr>
          <a:xfrm xmlns:a="http://schemas.openxmlformats.org/drawingml/2006/main">
            <a:off x="6269040" y="1748259"/>
            <a:ext cx="5539740" cy="2898369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ML_questions_Ultralow_Vaccine_Distribution_Data notebook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investigation model identifies unusual changes—not verified failures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11,228 of 112,266 windows are labeled for review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Label = the top 10% of absolute next-temperature changes.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Result: useful for triage, not a confirmed normal-vs-failure classifier.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542bec02043b7"/>
          <a:stretch xmlns:a="http://schemas.openxmlformats.org/drawingml/2006/main"/>
        </p:blipFill>
        <p:spPr>
          <a:xfrm xmlns:a="http://schemas.openxmlformats.org/drawingml/2006/main">
            <a:off x="6269040" y="1828469"/>
            <a:ext cx="5539740" cy="2737951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ML_questions_Ultralow_Vaccine_Distribution_Data notebook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Warm probability is relative to this dataset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“Warm” means the warmest 10% of next readings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The line estimates membership in the dataset’s top decile; 50% is a model-probability reference.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Result: a relative signal, not a product-threshold probability.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bf8a5b9eb4f72"/>
          <a:stretch xmlns:a="http://schemas.openxmlformats.org/drawingml/2006/main"/>
        </p:blipFill>
        <p:spPr>
          <a:xfrm xmlns:a="http://schemas.openxmlformats.org/drawingml/2006/main">
            <a:off x="6269040" y="1921585"/>
            <a:ext cx="5539740" cy="2551718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ML_questions_Ultralow_Vaccine_Distribution_Data notebook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K-means groups three observed temperature behaviors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Clusters are descriptive pattern groups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Rows are grouped by mean temperature and sensor spread. The red X markers are calculated centers, ordered coldest to warmest.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Interpretation: clustering can surface distinct operating patterns, but it does not identify causes or events.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a1e3d136e4925"/>
          <a:stretch xmlns:a="http://schemas.openxmlformats.org/drawingml/2006/main"/>
        </p:blipFill>
        <p:spPr>
          <a:xfrm xmlns:a="http://schemas.openxmlformats.org/drawingml/2006/main">
            <a:off x="6269040" y="1421043"/>
            <a:ext cx="5539740" cy="3552802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ML_questions_Ultralow_Vaccine_Distribution_Data notebook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What the current notebook cannot claim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01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Freezing exposure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Needs a product-specific freezing threshold and duration below it.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01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Recovery time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Needs excursion start/end times and the product’s acceptable temperature range.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01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Operational drivers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Humidity, location, and hop are not modeled in the available data.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01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Door / handling events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Needs confirmed event labels before classification can be trusted.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The supplied questions name humidity, location/hop, thresholds, and confirmed events. Those features or labels are not available in this notebook, so several use cases remain out of scope.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ML_questions_Ultralow_Vaccine_Distribution_Data notebook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9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128303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 useful monitoring prototype needs verified operational context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Add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Product limits, humidity, location/hop, and door/handling logs.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Validate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Test on held-out data with confirmed events before operational use.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EC1020B-1BFB-C461-94A3-B04496D4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06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9CE9B1-F78E-2E93-3127-A76A196D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7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Keep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Sensor agreement and relative warm/change signals can prioritize review.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FAB1693-7B48-B899-1715-D7B6F34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98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4ED89C7-2856-344F-42B0-44B6A09E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1" y="145052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The notebook demonstrates how linear regression, logistic regression, and K-means can turn sensor data into review signals. It does not yet validate decision-ready cold-chain alerts.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2026-07-14T19:12:57.3000000Z</dcterms:created>
  <dcterms:modified xsi:type="dcterms:W3CDTF">2026-07-14T19:12:57.3000000Z</dcterms:modified>
</coreProperties>
</file>